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CDCDD-9AEA-484F-85FB-B7CD3CBAF396}" type="datetimeFigureOut">
              <a:rPr lang="es-AR" smtClean="0"/>
              <a:t>9/7/2025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81CC6-F206-4D43-8D96-989787A9D0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486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A9B76-24AA-4091-BD7D-A6C3CC2F9F61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C74F-214B-412A-B4CF-A1D5C17267D3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9A52-F7F6-4AC4-AEFA-C9FAE2ECCE35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CD8C-B6EB-43C3-878E-245F158F7683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6934-AC37-4DD2-A54B-4FB9FD4ED351}" type="datetime1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F2F81-1B3B-4E61-B275-82892EDA4286}" type="datetime1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4388-4239-4A04-BBD6-AF9D88719C46}" type="datetime1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E8B4-7241-4D6E-B28D-06EC260A1DEB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029F-F3C2-4399-B1F7-6AD1246C3FF9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D9C2-85D4-4C17-AC2D-119B8C4897E9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AC71-FD61-4C66-BB8C-35A2E95BB8B7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27E61-5564-44EF-9A20-7820E95AC1BA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Propuesta de Proyecto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Práctico</a:t>
            </a:r>
            <a:r>
              <a:rPr dirty="0"/>
              <a:t> </a:t>
            </a:r>
            <a:r>
              <a:rPr dirty="0" err="1"/>
              <a:t>Integrador</a:t>
            </a:r>
            <a:r>
              <a:rPr dirty="0"/>
              <a:t> - </a:t>
            </a:r>
            <a:r>
              <a:rPr dirty="0" err="1"/>
              <a:t>Ingeniería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I</a:t>
            </a:r>
          </a:p>
          <a:p>
            <a:r>
              <a:rPr dirty="0" err="1"/>
              <a:t>Equipo</a:t>
            </a:r>
            <a:r>
              <a:rPr dirty="0"/>
              <a:t>: </a:t>
            </a:r>
            <a:r>
              <a:rPr lang="es-AR" dirty="0"/>
              <a:t>Emanuel</a:t>
            </a:r>
            <a:r>
              <a:rPr dirty="0"/>
              <a:t> </a:t>
            </a:r>
            <a:r>
              <a:rPr lang="es-AR" dirty="0"/>
              <a:t>Salazar</a:t>
            </a:r>
            <a:r>
              <a:rPr dirty="0"/>
              <a:t>, María </a:t>
            </a:r>
            <a:r>
              <a:rPr lang="es-AR" dirty="0"/>
              <a:t>Martinez</a:t>
            </a:r>
          </a:p>
          <a:p>
            <a:r>
              <a:rPr lang="es-AR" dirty="0"/>
              <a:t>Docente: Ing. Franco Salazar</a:t>
            </a:r>
            <a:endParaRPr dirty="0"/>
          </a:p>
          <a:p>
            <a:r>
              <a:rPr dirty="0" err="1"/>
              <a:t>Fecha</a:t>
            </a:r>
            <a:r>
              <a:rPr dirty="0"/>
              <a:t>: </a:t>
            </a:r>
            <a:r>
              <a:rPr lang="es-AR" dirty="0"/>
              <a:t>12</a:t>
            </a:r>
            <a:r>
              <a:rPr dirty="0"/>
              <a:t>/</a:t>
            </a:r>
            <a:r>
              <a:rPr lang="es-AR" dirty="0"/>
              <a:t>12</a:t>
            </a:r>
            <a:r>
              <a:rPr dirty="0"/>
              <a:t>/20</a:t>
            </a:r>
            <a:r>
              <a:rPr lang="es-AR" dirty="0"/>
              <a:t>30</a:t>
            </a:r>
            <a:endParaRPr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35B67F-351D-44B6-B4EA-63603690C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B9CB06-0FC8-4D09-BDE9-97DE57A8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 descr="Promocionales con tu logotipo - Promochamp.mx">
            <a:extLst>
              <a:ext uri="{FF2B5EF4-FFF2-40B4-BE49-F238E27FC236}">
                <a16:creationId xmlns:a16="http://schemas.microsoft.com/office/drawing/2014/main" id="{D97F3BF4-AEF4-4FF7-9A3C-846092B0C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819" y="0"/>
            <a:ext cx="2464361" cy="246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ADE">
            <a:extLst>
              <a:ext uri="{FF2B5EF4-FFF2-40B4-BE49-F238E27FC236}">
                <a16:creationId xmlns:a16="http://schemas.microsoft.com/office/drawing/2014/main" id="{C37635DC-DBBA-45CD-A0FC-0D079C0819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8" b="20192"/>
          <a:stretch/>
        </p:blipFill>
        <p:spPr bwMode="auto">
          <a:xfrm>
            <a:off x="3500436" y="5199903"/>
            <a:ext cx="2143125" cy="115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0</a:t>
            </a:r>
            <a:r>
              <a:rPr dirty="0"/>
              <a:t>. </a:t>
            </a:r>
            <a:r>
              <a:rPr lang="es-AR" dirty="0"/>
              <a:t>Agenda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Inicio</a:t>
            </a:r>
            <a:endParaRPr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8864FA-E3AA-42C5-933E-4775079A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140980-5453-48D6-A230-DED52CCE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99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gestión manual de préstamos en la biblioteca universitaria genera errores en el registro y demora en la atención.</a:t>
            </a:r>
          </a:p>
          <a:p>
            <a:pPr lvl="1"/>
            <a:r>
              <a:t>• Duplicidad de registros</a:t>
            </a:r>
          </a:p>
          <a:p>
            <a:pPr lvl="1"/>
            <a:r>
              <a:t>• Sincronización deficiente entre usuarios y sistema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8864FA-E3AA-42C5-933E-4775079A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140980-5453-48D6-A230-DED52CCE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Implementar una base de datos relacional en MS SQL Server para centralizar y automatizar:</a:t>
            </a:r>
          </a:p>
          <a:p>
            <a:pPr lvl="1"/>
            <a:r>
              <a:t>• Registro y consulta de libros</a:t>
            </a:r>
          </a:p>
          <a:p>
            <a:pPr lvl="1"/>
            <a:r>
              <a:t>• Gestión de usuarios y préstamos</a:t>
            </a:r>
          </a:p>
          <a:p>
            <a:pPr lvl="1"/>
            <a:r>
              <a:t>• Integridad y consistencia de datos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E7B56D-2AC4-4E02-89A9-9B4BDA1E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642615-7FFD-4403-B896-32CDC88E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DER Preliminar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823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Inserte</a:t>
            </a:r>
            <a:r>
              <a:rPr dirty="0"/>
              <a:t> </a:t>
            </a:r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diagrama</a:t>
            </a:r>
            <a:r>
              <a:rPr dirty="0"/>
              <a:t> ER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3EA48FF-BAE7-47A5-8791-FADC5D2B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68CBA6-6191-4DF7-9BD7-65A2E149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Plan SCRUM y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Sprints de 7 días con reuniones diarias (Daily Scrum)</a:t>
            </a:r>
          </a:p>
          <a:p>
            <a:r>
              <a:t>• Revisión y retrospectiva al final de cada sprint</a:t>
            </a:r>
          </a:p>
          <a:p>
            <a:pPr lvl="1"/>
            <a:r>
              <a:t>Roles:</a:t>
            </a:r>
          </a:p>
          <a:p>
            <a:pPr lvl="2"/>
            <a:r>
              <a:t>– Scrum Master</a:t>
            </a:r>
          </a:p>
          <a:p>
            <a:pPr lvl="2"/>
            <a:r>
              <a:t>– Arquitecto de Datos</a:t>
            </a:r>
          </a:p>
          <a:p>
            <a:pPr lvl="2"/>
            <a:r>
              <a:t>– Analistas Funcionales</a:t>
            </a:r>
          </a:p>
          <a:p>
            <a:pPr lvl="2"/>
            <a:r>
              <a:t>– Desarrolladores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692200-B11E-4F04-B146-95034FA4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00D3BC-5A74-4E00-A761-5EB36E16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</a:t>
            </a:r>
            <a:r>
              <a:rPr lang="es-AR" dirty="0"/>
              <a:t>EXTRA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Si se cuenta con scripts de procedimientos y consultas relevantes pueden incluirlo.</a:t>
            </a:r>
            <a:endParaRPr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692200-B11E-4F04-B146-95034FA4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00D3BC-5A74-4E00-A761-5EB36E16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9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</a:t>
            </a:r>
            <a:r>
              <a:rPr dirty="0" err="1"/>
              <a:t>Próximos</a:t>
            </a:r>
            <a:r>
              <a:rPr dirty="0"/>
              <a:t> </a:t>
            </a:r>
            <a:r>
              <a:rPr dirty="0" err="1"/>
              <a:t>Pasos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Ajustar DER según feedback</a:t>
            </a:r>
          </a:p>
          <a:p>
            <a:r>
              <a:t>2. Configurar entorno de desarrollo (MS SQL, repositorio)</a:t>
            </a:r>
          </a:p>
          <a:p>
            <a:r>
              <a:t>3. Iniciar Sprint 1: creación de tablas y carga de datos</a:t>
            </a:r>
          </a:p>
          <a:p>
            <a:pPr lvl="1"/>
            <a:r>
              <a:t>4. Preparar defensa final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83ADBA-4369-4D10-A359-776BCEF0D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5C7346-03C5-4400-AB40-7D76D3BB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6</a:t>
            </a:r>
            <a:r>
              <a:rPr dirty="0"/>
              <a:t>. </a:t>
            </a:r>
            <a:r>
              <a:rPr lang="es-AR" dirty="0"/>
              <a:t>Preguntas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lang="es-AR" dirty="0"/>
              <a:t>Espacio destinado a debate</a:t>
            </a:r>
            <a:endParaRPr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914171-E917-43E7-A293-2C78DD55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CAFBDF-25EA-4381-9457-08C113B7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7</a:t>
            </a:r>
            <a:r>
              <a:rPr dirty="0"/>
              <a:t>. </a:t>
            </a:r>
            <a:r>
              <a:rPr lang="es-AR" dirty="0"/>
              <a:t>Cierre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lang="es-AR" dirty="0"/>
              <a:t>Espacio destinado a conclusión final o mensaje final.</a:t>
            </a:r>
            <a:endParaRPr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82F539-DA00-4ADD-A203-60AC734A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BC5E19-FB4B-493C-AD64-F88B6C57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C7F47AD7D9D94A90C4F831F65C1E69" ma:contentTypeVersion="3" ma:contentTypeDescription="Crear nuevo documento." ma:contentTypeScope="" ma:versionID="785aeca83e5b65b3b710e23357cfa14f">
  <xsd:schema xmlns:xsd="http://www.w3.org/2001/XMLSchema" xmlns:xs="http://www.w3.org/2001/XMLSchema" xmlns:p="http://schemas.microsoft.com/office/2006/metadata/properties" xmlns:ns2="6236443b-63d6-492a-95c3-65608b1a98c7" targetNamespace="http://schemas.microsoft.com/office/2006/metadata/properties" ma:root="true" ma:fieldsID="a5732f9d923c856f85fee1e52fab84b8" ns2:_="">
    <xsd:import namespace="6236443b-63d6-492a-95c3-65608b1a98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36443b-63d6-492a-95c3-65608b1a98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0AF068-B775-4523-B7AF-C069740747D0}"/>
</file>

<file path=customXml/itemProps2.xml><?xml version="1.0" encoding="utf-8"?>
<ds:datastoreItem xmlns:ds="http://schemas.openxmlformats.org/officeDocument/2006/customXml" ds:itemID="{420DBF97-CB74-4949-80D2-748AF3654652}"/>
</file>

<file path=customXml/itemProps3.xml><?xml version="1.0" encoding="utf-8"?>
<ds:datastoreItem xmlns:ds="http://schemas.openxmlformats.org/officeDocument/2006/customXml" ds:itemID="{A54BC00E-2677-43C1-B30C-E60BC92F594E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255</Words>
  <Application>Microsoft Office PowerPoint</Application>
  <PresentationFormat>Presentación en pantalla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Propuesta de Proyecto</vt:lpstr>
      <vt:lpstr>0. Agenda</vt:lpstr>
      <vt:lpstr>1. Problema</vt:lpstr>
      <vt:lpstr>2. Solución Propuesta</vt:lpstr>
      <vt:lpstr>3. DER Preliminar</vt:lpstr>
      <vt:lpstr>4. Plan SCRUM y Roles</vt:lpstr>
      <vt:lpstr>4. EXTRA</vt:lpstr>
      <vt:lpstr>5. Próximos Pasos</vt:lpstr>
      <vt:lpstr>6. Preguntas</vt:lpstr>
      <vt:lpstr>7. 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Proyecto</dc:title>
  <dc:subject/>
  <dc:creator/>
  <cp:keywords/>
  <dc:description>generated using python-pptx</dc:description>
  <cp:lastModifiedBy>Franco Salazar</cp:lastModifiedBy>
  <cp:revision>6</cp:revision>
  <dcterms:created xsi:type="dcterms:W3CDTF">2013-01-27T09:14:16Z</dcterms:created>
  <dcterms:modified xsi:type="dcterms:W3CDTF">2025-07-09T05:07:37Z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0x010100E4C7F47AD7D9D94A90C4F831F65C1E69</vt:lpwstr>
  </property>
</Properties>
</file>